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nva Sans Bold" panose="020B0803030501040103" pitchFamily="34" charset="0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19" autoAdjust="0"/>
  </p:normalViewPr>
  <p:slideViewPr>
    <p:cSldViewPr>
      <p:cViewPr varScale="1">
        <p:scale>
          <a:sx n="60" d="100"/>
          <a:sy n="60" d="100"/>
        </p:scale>
        <p:origin x="1328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rarthana.23bc063@student.nitte.edu.i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royston.23bc078@student.nitte.edu.i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45221" y="4742252"/>
            <a:ext cx="2850580" cy="596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8006" y="5739202"/>
            <a:ext cx="3383980" cy="596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 Name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1043" y="6736152"/>
            <a:ext cx="1523999" cy="596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Track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221" y="7733102"/>
            <a:ext cx="9753599" cy="587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Leader (Name, Phone Number, Email) :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5B84FBA-DBD2-5FC5-1518-0046A2956CAB}"/>
              </a:ext>
            </a:extLst>
          </p:cNvPr>
          <p:cNvSpPr txBox="1"/>
          <p:nvPr/>
        </p:nvSpPr>
        <p:spPr>
          <a:xfrm>
            <a:off x="9278723" y="6762279"/>
            <a:ext cx="2885595" cy="587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 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493001"/>
            <a:ext cx="16230600" cy="5434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 the number of slides to 6 (excluding Team information page)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 must include: Title slide, problem statement (with track), proposed solution, and tech stack &amp; approach (max 6 slides)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limit on the length of each section; it can span less or more than one page, but overall the ppt must be 7 pages long 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your presentation (PDF format) to </a:t>
            </a:r>
            <a:r>
              <a:rPr lang="en-US" sz="28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prarthana.23bc063@student.nitte.edu.in</a:t>
            </a:r>
            <a:r>
              <a:rPr lang="en-US" sz="28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sz="28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royston.23bc078@student.nitte.edu.in</a:t>
            </a:r>
            <a:r>
              <a:rPr lang="en-US" sz="28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21-02-2026 to confirm registration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 submitting, rename the file </a:t>
            </a:r>
            <a:r>
              <a:rPr lang="en-US" sz="28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Team_Name.pdf</a:t>
            </a:r>
            <a:endParaRPr lang="en-US" sz="28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Avoid paragraphs; Keep the pointers precise. 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Include the state along with your college name. </a:t>
            </a:r>
          </a:p>
          <a:p>
            <a:pPr marL="604524" lvl="1" indent="-302262" algn="l">
              <a:lnSpc>
                <a:spcPts val="3920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this slide once the final PPT is ready which abides by these instructions.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15381"/>
            <a:ext cx="66675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u="sng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 Instructions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169</Words>
  <Application>Microsoft Macintosh PowerPoint</Application>
  <PresentationFormat>Custom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Canva Sans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RagnoCode</dc:title>
  <cp:lastModifiedBy>Joshi, Ronith Tharun</cp:lastModifiedBy>
  <cp:revision>3</cp:revision>
  <dcterms:created xsi:type="dcterms:W3CDTF">2006-08-16T00:00:00Z</dcterms:created>
  <dcterms:modified xsi:type="dcterms:W3CDTF">2026-02-11T15:18:03Z</dcterms:modified>
  <dc:identifier>DAHBBThaRJA</dc:identifier>
</cp:coreProperties>
</file>